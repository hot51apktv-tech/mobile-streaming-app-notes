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hot51apk.tv/hot51-live/" TargetMode="External"/><Relationship Id="rId4" Type="http://schemas.openxmlformats.org/officeDocument/2006/relationships/hyperlink" Target="https://sites.google.com/view/hot51-live-official/home" TargetMode="External"/><Relationship Id="rId11" Type="http://schemas.openxmlformats.org/officeDocument/2006/relationships/hyperlink" Target="https://drive.google.com/drive/folders/1YxRfo6USjTOgNcdCJZdhYxaXdmt6VEaZ?usp=sharing" TargetMode="External"/><Relationship Id="rId10" Type="http://schemas.openxmlformats.org/officeDocument/2006/relationships/hyperlink" Target="https://drive.google.com/file/d/1tAZ2OQW8tmaeW6G6jNzwFdVnsF5N0NGN/view?usp=sharing" TargetMode="External"/><Relationship Id="rId9" Type="http://schemas.openxmlformats.org/officeDocument/2006/relationships/hyperlink" Target="https://docs.google.com/drawings/d/1e4A0XlgSg-siPNpxQuoZkm6QT4ituAR7n3Gcwr4DLho/edit?usp=sharing" TargetMode="External"/><Relationship Id="rId5" Type="http://schemas.openxmlformats.org/officeDocument/2006/relationships/hyperlink" Target="https://docs.google.com/document/d/1ZxSD5iHNMVYzRCF05gMxX_H7O6kLr4xcbD353K95r_0/edit?usp=sharing" TargetMode="External"/><Relationship Id="rId6" Type="http://schemas.openxmlformats.org/officeDocument/2006/relationships/hyperlink" Target="https://docs.google.com/spreadsheets/d/1KiDwQajAwoxOcfrbk2GFsb1a1GVGJ0NF9GpQF-SpYKA/edit?usp=sharing" TargetMode="External"/><Relationship Id="rId7" Type="http://schemas.openxmlformats.org/officeDocument/2006/relationships/hyperlink" Target="https://docs.google.com/presentation/d/1m6LoKpb277nrQDVfqiFdi-EhOZzWgEb34SJ4K0_kYX8/edit?usp=sharing" TargetMode="External"/><Relationship Id="rId8" Type="http://schemas.openxmlformats.org/officeDocument/2006/relationships/hyperlink" Target="https://docs.google.com/forms/d/e/1FAIpQLSd_tEV4WY_A3QMqSxIz2YtyKwXDuFyK6o3K9Ug1_NpWSnH6Zw/viewfor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96625"/>
            <a:ext cx="8520600" cy="158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200"/>
              <a:t>Hot51 Live – Real-Time Streaming Platform Overview &amp; Features</a:t>
            </a:r>
            <a:endParaRPr sz="3200"/>
          </a:p>
        </p:txBody>
      </p:sp>
      <p:sp>
        <p:nvSpPr>
          <p:cNvPr id="55" name="Google Shape;55;p13"/>
          <p:cNvSpPr txBox="1"/>
          <p:nvPr>
            <p:ph idx="1" type="subTitle"/>
          </p:nvPr>
        </p:nvSpPr>
        <p:spPr>
          <a:xfrm>
            <a:off x="311700" y="1637575"/>
            <a:ext cx="8520600" cy="7926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b="1" lang="en"/>
              <a:t>Hot51 Live</a:t>
            </a:r>
            <a:r>
              <a:rPr lang="en"/>
              <a:t> is a real-time live streaming platform that allows users to watch live broadcasts, interact with hosts, and join online communities. This page provides an overview of Hot51 Live features, how the platform works, and what users should know before using live streaming services.</a:t>
            </a:r>
            <a:endParaRPr/>
          </a:p>
        </p:txBody>
      </p:sp>
      <p:sp>
        <p:nvSpPr>
          <p:cNvPr id="56" name="Google Shape;56;p13"/>
          <p:cNvSpPr txBox="1"/>
          <p:nvPr/>
        </p:nvSpPr>
        <p:spPr>
          <a:xfrm>
            <a:off x="311700" y="2500950"/>
            <a:ext cx="8520600" cy="197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2"/>
                </a:solidFill>
              </a:rPr>
              <a:t>Hashtags:</a:t>
            </a:r>
            <a:r>
              <a:rPr lang="en" sz="1000">
                <a:solidFill>
                  <a:schemeClr val="dk2"/>
                </a:solidFill>
              </a:rPr>
              <a:t> #hot51 #hot51live #hot51apktv</a:t>
            </a:r>
            <a:br>
              <a:rPr lang="en" sz="1000">
                <a:solidFill>
                  <a:schemeClr val="dk2"/>
                </a:solidFill>
              </a:rPr>
            </a:br>
            <a:r>
              <a:rPr b="1" lang="en" sz="1000">
                <a:solidFill>
                  <a:schemeClr val="dk2"/>
                </a:solidFill>
              </a:rPr>
              <a:t>Official page:</a:t>
            </a:r>
            <a:r>
              <a:rPr lang="en" sz="1000">
                <a:solidFill>
                  <a:schemeClr val="dk2"/>
                </a:solidFill>
              </a:rPr>
              <a:t> </a:t>
            </a:r>
            <a:r>
              <a:rPr lang="en" sz="1000" u="sng">
                <a:solidFill>
                  <a:schemeClr val="hlink"/>
                </a:solidFill>
                <a:hlinkClick r:id="rId3"/>
              </a:rPr>
              <a:t>https://hot51apk.tv/hot51-live/</a:t>
            </a:r>
            <a:endParaRPr sz="1000">
              <a:solidFill>
                <a:schemeClr val="dk2"/>
              </a:solidFill>
            </a:endParaRPr>
          </a:p>
          <a:p>
            <a:pPr indent="0" lvl="0" marL="0" rtl="0" algn="ctr">
              <a:spcBef>
                <a:spcPts val="0"/>
              </a:spcBef>
              <a:spcAft>
                <a:spcPts val="0"/>
              </a:spcAft>
              <a:buNone/>
            </a:pPr>
            <a:r>
              <a:rPr b="1" lang="en" sz="1600">
                <a:solidFill>
                  <a:schemeClr val="dk2"/>
                </a:solidFill>
              </a:rPr>
              <a:t>Google Stacking</a:t>
            </a:r>
            <a:endParaRPr b="1" sz="1600">
              <a:solidFill>
                <a:schemeClr val="dk2"/>
              </a:solidFill>
            </a:endParaRPr>
          </a:p>
          <a:p>
            <a:pPr indent="0" lvl="0" marL="0" rtl="0" algn="l">
              <a:spcBef>
                <a:spcPts val="0"/>
              </a:spcBef>
              <a:spcAft>
                <a:spcPts val="0"/>
              </a:spcAft>
              <a:buNone/>
            </a:pPr>
            <a:r>
              <a:rPr lang="en" sz="1000">
                <a:solidFill>
                  <a:schemeClr val="dk2"/>
                </a:solidFill>
              </a:rPr>
              <a:t>Google Sites:</a:t>
            </a:r>
            <a:r>
              <a:rPr b="1" lang="en" sz="1000">
                <a:solidFill>
                  <a:schemeClr val="dk2"/>
                </a:solidFill>
              </a:rPr>
              <a:t> </a:t>
            </a:r>
            <a:r>
              <a:rPr lang="en" sz="1000" u="sng">
                <a:solidFill>
                  <a:schemeClr val="hlink"/>
                </a:solidFill>
                <a:hlinkClick r:id="rId4"/>
              </a:rPr>
              <a:t>https://sites.google.com/view/hot51-live-official/home</a:t>
            </a:r>
            <a:endParaRPr sz="1000">
              <a:solidFill>
                <a:schemeClr val="dk2"/>
              </a:solidFill>
            </a:endParaRPr>
          </a:p>
          <a:p>
            <a:pPr indent="0" lvl="0" marL="0" rtl="0" algn="l">
              <a:spcBef>
                <a:spcPts val="0"/>
              </a:spcBef>
              <a:spcAft>
                <a:spcPts val="0"/>
              </a:spcAft>
              <a:buNone/>
            </a:pPr>
            <a:r>
              <a:rPr lang="en" sz="1000">
                <a:solidFill>
                  <a:schemeClr val="dk2"/>
                </a:solidFill>
              </a:rPr>
              <a:t>Google Docs: </a:t>
            </a:r>
            <a:r>
              <a:rPr lang="en" sz="1000" u="sng">
                <a:solidFill>
                  <a:schemeClr val="hlink"/>
                </a:solidFill>
                <a:hlinkClick r:id="rId5"/>
              </a:rPr>
              <a:t>https://docs.google.com/document/d/1ZxSD5iHNMVYzRCF05gMxX_H7O6kLr4xcbD353K95r_0/edit?usp=sharing</a:t>
            </a:r>
            <a:endParaRPr sz="1000">
              <a:solidFill>
                <a:schemeClr val="dk2"/>
              </a:solidFill>
            </a:endParaRPr>
          </a:p>
          <a:p>
            <a:pPr indent="0" lvl="0" marL="0" rtl="0" algn="l">
              <a:spcBef>
                <a:spcPts val="0"/>
              </a:spcBef>
              <a:spcAft>
                <a:spcPts val="0"/>
              </a:spcAft>
              <a:buNone/>
            </a:pPr>
            <a:r>
              <a:rPr lang="en" sz="1000">
                <a:solidFill>
                  <a:schemeClr val="dk2"/>
                </a:solidFill>
              </a:rPr>
              <a:t>Google Sheets: </a:t>
            </a:r>
            <a:r>
              <a:rPr lang="en" sz="1000" u="sng">
                <a:solidFill>
                  <a:schemeClr val="hlink"/>
                </a:solidFill>
                <a:hlinkClick r:id="rId6"/>
              </a:rPr>
              <a:t>https://docs.google.com/spreadsheets/d/1KiDwQajAwoxOcfrbk2GFsb1a1GVGJ0NF9GpQF-SpYKA/edit?usp=sharing</a:t>
            </a:r>
            <a:endParaRPr sz="1000">
              <a:solidFill>
                <a:schemeClr val="dk2"/>
              </a:solidFill>
            </a:endParaRPr>
          </a:p>
          <a:p>
            <a:pPr indent="0" lvl="0" marL="0" rtl="0" algn="l">
              <a:spcBef>
                <a:spcPts val="0"/>
              </a:spcBef>
              <a:spcAft>
                <a:spcPts val="0"/>
              </a:spcAft>
              <a:buNone/>
            </a:pPr>
            <a:r>
              <a:rPr lang="en" sz="1000">
                <a:solidFill>
                  <a:schemeClr val="dk2"/>
                </a:solidFill>
              </a:rPr>
              <a:t>Google Slides: </a:t>
            </a:r>
            <a:r>
              <a:rPr lang="en" sz="1000" u="sng">
                <a:solidFill>
                  <a:schemeClr val="hlink"/>
                </a:solidFill>
                <a:hlinkClick r:id="rId7"/>
              </a:rPr>
              <a:t>https://docs.google.com/presentation/d/1m6LoKpb277nrQDVfqiFdi-EhOZzWgEb34SJ4K0_kYX8/edit?usp=sharing</a:t>
            </a:r>
            <a:endParaRPr sz="1000">
              <a:solidFill>
                <a:schemeClr val="dk2"/>
              </a:solidFill>
            </a:endParaRPr>
          </a:p>
          <a:p>
            <a:pPr indent="0" lvl="0" marL="0" rtl="0" algn="l">
              <a:spcBef>
                <a:spcPts val="0"/>
              </a:spcBef>
              <a:spcAft>
                <a:spcPts val="0"/>
              </a:spcAft>
              <a:buNone/>
            </a:pPr>
            <a:r>
              <a:rPr lang="en" sz="1000">
                <a:solidFill>
                  <a:schemeClr val="dk2"/>
                </a:solidFill>
              </a:rPr>
              <a:t>Google Forms: </a:t>
            </a:r>
            <a:r>
              <a:rPr lang="en" sz="1000" u="sng">
                <a:solidFill>
                  <a:schemeClr val="hlink"/>
                </a:solidFill>
                <a:hlinkClick r:id="rId8"/>
              </a:rPr>
              <a:t>https://docs.google.com/forms/d/e/1FAIpQLSd_tEV4WY_A3QMqSxIz2YtyKwXDuFyK6o3K9Ug1_NpWSnH6Zw/viewform</a:t>
            </a:r>
            <a:endParaRPr sz="1000">
              <a:solidFill>
                <a:schemeClr val="dk2"/>
              </a:solidFill>
            </a:endParaRPr>
          </a:p>
          <a:p>
            <a:pPr indent="0" lvl="0" marL="0" rtl="0" algn="l">
              <a:spcBef>
                <a:spcPts val="0"/>
              </a:spcBef>
              <a:spcAft>
                <a:spcPts val="0"/>
              </a:spcAft>
              <a:buNone/>
            </a:pPr>
            <a:r>
              <a:rPr lang="en" sz="1000">
                <a:solidFill>
                  <a:schemeClr val="dk2"/>
                </a:solidFill>
              </a:rPr>
              <a:t>Google Drawings: </a:t>
            </a:r>
            <a:r>
              <a:rPr lang="en" sz="1000" u="sng">
                <a:solidFill>
                  <a:schemeClr val="hlink"/>
                </a:solidFill>
                <a:hlinkClick r:id="rId9"/>
              </a:rPr>
              <a:t>https://docs.google.com/drawings/d/1e4A0XlgSg-siPNpxQuoZkm6QT4ituAR7n3Gcwr4DLho/edit?usp=sharing</a:t>
            </a:r>
            <a:endParaRPr sz="1000">
              <a:solidFill>
                <a:schemeClr val="dk2"/>
              </a:solidFill>
            </a:endParaRPr>
          </a:p>
          <a:p>
            <a:pPr indent="0" lvl="0" marL="0" rtl="0" algn="l">
              <a:spcBef>
                <a:spcPts val="0"/>
              </a:spcBef>
              <a:spcAft>
                <a:spcPts val="0"/>
              </a:spcAft>
              <a:buNone/>
            </a:pPr>
            <a:r>
              <a:rPr lang="en" sz="1000">
                <a:solidFill>
                  <a:schemeClr val="dk2"/>
                </a:solidFill>
              </a:rPr>
              <a:t>Google Drive PDF: </a:t>
            </a:r>
            <a:r>
              <a:rPr lang="en" sz="1000" u="sng">
                <a:solidFill>
                  <a:schemeClr val="hlink"/>
                </a:solidFill>
                <a:hlinkClick r:id="rId10"/>
              </a:rPr>
              <a:t>https://drive.google.com/file/d/1tAZ2OQW8tmaeW6G6jNzwFdVnsF5N0NGN/view?usp=sharing</a:t>
            </a:r>
            <a:endParaRPr sz="1000">
              <a:solidFill>
                <a:schemeClr val="dk2"/>
              </a:solidFill>
            </a:endParaRPr>
          </a:p>
          <a:p>
            <a:pPr indent="0" lvl="0" marL="0" rtl="0" algn="l">
              <a:spcBef>
                <a:spcPts val="0"/>
              </a:spcBef>
              <a:spcAft>
                <a:spcPts val="0"/>
              </a:spcAft>
              <a:buNone/>
            </a:pPr>
            <a:r>
              <a:rPr lang="en" sz="1000">
                <a:solidFill>
                  <a:schemeClr val="dk2"/>
                </a:solidFill>
              </a:rPr>
              <a:t>Google Drive Folders: </a:t>
            </a:r>
            <a:r>
              <a:rPr lang="en" sz="1000" u="sng">
                <a:solidFill>
                  <a:schemeClr val="hlink"/>
                </a:solidFill>
                <a:hlinkClick r:id="rId11"/>
              </a:rPr>
              <a:t>https://drive.google.com/drive/folders/1YxRfo6USjTOgNcdCJZdhYxaXdmt6VEaZ?usp=sharing</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